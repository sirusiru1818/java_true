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8" r:id="rId2"/>
    <p:sldId id="260" r:id="rId3"/>
    <p:sldId id="261" r:id="rId4"/>
    <p:sldId id="262" r:id="rId5"/>
    <p:sldId id="263" r:id="rId6"/>
    <p:sldId id="264" r:id="rId7"/>
    <p:sldId id="259" r:id="rId8"/>
    <p:sldId id="256" r:id="rId9"/>
    <p:sldId id="265" r:id="rId10"/>
    <p:sldId id="266" r:id="rId11"/>
    <p:sldId id="271" r:id="rId12"/>
    <p:sldId id="267" r:id="rId13"/>
    <p:sldId id="270" r:id="rId14"/>
    <p:sldId id="268" r:id="rId15"/>
    <p:sldId id="269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87" autoAdjust="0"/>
    <p:restoredTop sz="94660"/>
  </p:normalViewPr>
  <p:slideViewPr>
    <p:cSldViewPr snapToGrid="0">
      <p:cViewPr varScale="1">
        <p:scale>
          <a:sx n="55" d="100"/>
          <a:sy n="55" d="100"/>
        </p:scale>
        <p:origin x="224" y="1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38E605-8A87-4622-86CF-D6E36C54C109}" type="datetimeFigureOut">
              <a:rPr lang="ko-KR" altLang="en-US" smtClean="0"/>
              <a:t>2025. 11. 18.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2A92F5-2DE0-47D0-A06D-AB73805986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7660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365122"/>
            <a:ext cx="8724900" cy="6492877"/>
          </a:xfrm>
          <a:ln w="12700">
            <a:solidFill>
              <a:schemeClr val="tx1"/>
            </a:solidFill>
          </a:ln>
        </p:spPr>
        <p:txBody>
          <a:bodyPr anchor="ctr"/>
          <a:lstStyle>
            <a:lvl1pPr algn="ctr">
              <a:defRPr sz="6000"/>
            </a:lvl1pPr>
          </a:lstStyle>
          <a:p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8724900" y="365121"/>
            <a:ext cx="3467100" cy="6492877"/>
          </a:xfrm>
          <a:ln w="12700">
            <a:solidFill>
              <a:schemeClr val="tx1"/>
            </a:solidFill>
          </a:ln>
        </p:spPr>
        <p:txBody>
          <a:bodyPr wrap="none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10248900" y="113"/>
            <a:ext cx="990600" cy="365125"/>
          </a:xfrm>
          <a:ln>
            <a:solidFill>
              <a:schemeClr val="tx1"/>
            </a:solidFill>
          </a:ln>
        </p:spPr>
        <p:txBody>
          <a:bodyPr/>
          <a:lstStyle/>
          <a:p>
            <a:fld id="{9C1152B8-5C35-4687-BBAB-EFDC64C084EC}" type="datetime1">
              <a:rPr lang="ko-KR" altLang="en-US" smtClean="0"/>
              <a:t>2025. 11. 18.</a:t>
            </a:fld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239500" y="0"/>
            <a:ext cx="952500" cy="365125"/>
          </a:xfrm>
          <a:ln>
            <a:solidFill>
              <a:schemeClr val="tx1"/>
            </a:solidFill>
          </a:ln>
        </p:spPr>
        <p:txBody>
          <a:bodyPr/>
          <a:lstStyle/>
          <a:p>
            <a:fld id="{A97AED22-591D-4B19-B0D2-1DA8212F639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바닥글 개체 틀 4"/>
          <p:cNvSpPr txBox="1">
            <a:spLocks/>
          </p:cNvSpPr>
          <p:nvPr userDrawn="1"/>
        </p:nvSpPr>
        <p:spPr>
          <a:xfrm>
            <a:off x="914400" y="113"/>
            <a:ext cx="2122170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9" name="바닥글 개체 틀 4"/>
          <p:cNvSpPr txBox="1">
            <a:spLocks/>
          </p:cNvSpPr>
          <p:nvPr userDrawn="1"/>
        </p:nvSpPr>
        <p:spPr>
          <a:xfrm>
            <a:off x="3036570" y="0"/>
            <a:ext cx="839337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화면</a:t>
            </a:r>
            <a:r>
              <a:rPr lang="en-US" altLang="ko-KR"/>
              <a:t>ID</a:t>
            </a:r>
            <a:endParaRPr lang="ko-KR" altLang="en-US" dirty="0"/>
          </a:p>
        </p:txBody>
      </p:sp>
      <p:sp>
        <p:nvSpPr>
          <p:cNvPr id="10" name="바닥글 개체 틀 4"/>
          <p:cNvSpPr txBox="1">
            <a:spLocks/>
          </p:cNvSpPr>
          <p:nvPr userDrawn="1"/>
        </p:nvSpPr>
        <p:spPr>
          <a:xfrm>
            <a:off x="3874770" y="-1"/>
            <a:ext cx="3749040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11" name="바닥글 개체 틀 4"/>
          <p:cNvSpPr txBox="1">
            <a:spLocks/>
          </p:cNvSpPr>
          <p:nvPr userDrawn="1"/>
        </p:nvSpPr>
        <p:spPr>
          <a:xfrm>
            <a:off x="7623810" y="0"/>
            <a:ext cx="1101090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담당자</a:t>
            </a:r>
          </a:p>
        </p:txBody>
      </p:sp>
      <p:sp>
        <p:nvSpPr>
          <p:cNvPr id="12" name="바닥글 개체 틀 4"/>
          <p:cNvSpPr txBox="1">
            <a:spLocks/>
          </p:cNvSpPr>
          <p:nvPr userDrawn="1"/>
        </p:nvSpPr>
        <p:spPr>
          <a:xfrm>
            <a:off x="8724900" y="-2"/>
            <a:ext cx="1524000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13" name="바닥글 개체 틀 4"/>
          <p:cNvSpPr txBox="1">
            <a:spLocks/>
          </p:cNvSpPr>
          <p:nvPr userDrawn="1"/>
        </p:nvSpPr>
        <p:spPr>
          <a:xfrm>
            <a:off x="0" y="-4"/>
            <a:ext cx="914400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시스템</a:t>
            </a:r>
          </a:p>
        </p:txBody>
      </p:sp>
    </p:spTree>
    <p:extLst>
      <p:ext uri="{BB962C8B-B14F-4D97-AF65-F5344CB8AC3E}">
        <p14:creationId xmlns:p14="http://schemas.microsoft.com/office/powerpoint/2010/main" val="2432908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7B794-30E6-4E28-81D3-7F6CFD459BAC}" type="datetime1">
              <a:rPr lang="ko-KR" altLang="en-US" smtClean="0"/>
              <a:t>2025. 11. 18.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시스템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172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5FD93-241F-4639-B522-9E71B3C44A2E}" type="datetime1">
              <a:rPr lang="ko-KR" altLang="en-US" smtClean="0"/>
              <a:t>2025. 11. 18.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시스템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927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89711-A17F-45E5-8FF0-687C70AD1DB0}" type="datetime1">
              <a:rPr lang="ko-KR" altLang="en-US" smtClean="0"/>
              <a:t>2025. 11. 18.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시스템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1344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DE24E-3B3F-418D-8EAB-5A1CB8294E65}" type="datetime1">
              <a:rPr lang="ko-KR" altLang="en-US" smtClean="0"/>
              <a:t>2025. 11. 18.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시스템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8493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5D243-A620-4EFD-B17B-8BD5C2D536F5}" type="datetime1">
              <a:rPr lang="ko-KR" altLang="en-US" smtClean="0"/>
              <a:t>2025. 11. 18.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시스템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92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D4527-913B-4811-80BF-E8D71402B870}" type="datetime1">
              <a:rPr lang="ko-KR" altLang="en-US" smtClean="0"/>
              <a:t>2025. 11. 18.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시스템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9047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0D41D-D24C-46C7-A69B-1C9601EADB8B}" type="datetime1">
              <a:rPr lang="ko-KR" altLang="en-US" smtClean="0"/>
              <a:t>2025. 11. 18.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시스템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448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12DD9-5326-4DDB-8866-0C33269C2BD0}" type="datetime1">
              <a:rPr lang="ko-KR" altLang="en-US" smtClean="0"/>
              <a:t>2025. 11. 18.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시스템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3302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25950-2797-4538-A47F-434599157B10}" type="datetime1">
              <a:rPr lang="ko-KR" altLang="en-US" smtClean="0"/>
              <a:t>2025. 11. 18.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시스템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5444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43239-0158-4753-8876-900143611579}" type="datetime1">
              <a:rPr lang="ko-KR" altLang="en-US" smtClean="0"/>
              <a:t>2025. 11. 18.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시스템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8228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3A0E3F-3A7F-4A7D-B1F2-4F1B6F38A51F}" type="datetime1">
              <a:rPr lang="ko-KR" altLang="en-US" smtClean="0"/>
              <a:t>2025. 11. 18.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ko-KR" altLang="en-US"/>
              <a:t>시스템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7AED22-591D-4B19-B0D2-1DA8212F63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6302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98048"/>
            <a:ext cx="2743200" cy="365125"/>
          </a:xfrm>
        </p:spPr>
        <p:txBody>
          <a:bodyPr/>
          <a:lstStyle/>
          <a:p>
            <a:fld id="{9C1152B8-5C35-4687-BBAB-EFDC64C084EC}" type="datetime1">
              <a:rPr lang="ko-KR" altLang="en-US" smtClean="0"/>
              <a:t>2025. 11. 18.</a:t>
            </a:fld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0" y="721360"/>
            <a:ext cx="1219200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b="1" dirty="0" err="1"/>
              <a:t>클라우드프로그래밍</a:t>
            </a:r>
            <a:endParaRPr lang="en-US" altLang="ko-KR" sz="5400" b="1" dirty="0"/>
          </a:p>
          <a:p>
            <a:pPr algn="ctr"/>
            <a:r>
              <a:rPr lang="en-US" altLang="ko-KR" sz="4400" b="1" dirty="0"/>
              <a:t>True </a:t>
            </a:r>
            <a:r>
              <a:rPr lang="ko-KR" altLang="en-US" sz="4400" b="1" dirty="0"/>
              <a:t>프로젝트 계획서</a:t>
            </a:r>
            <a:endParaRPr lang="en-US" altLang="ko-KR" sz="4400" b="1" dirty="0"/>
          </a:p>
          <a:p>
            <a:pPr algn="ctr"/>
            <a:endParaRPr lang="en-US" altLang="ko-KR" sz="3600" b="1" dirty="0"/>
          </a:p>
          <a:p>
            <a:pPr algn="ctr"/>
            <a:r>
              <a:rPr lang="en-US" altLang="ko-KR" sz="3600" b="1" dirty="0"/>
              <a:t>2025. 11. 5</a:t>
            </a:r>
          </a:p>
          <a:p>
            <a:pPr algn="ctr"/>
            <a:endParaRPr lang="en-US" altLang="ko-KR" sz="3600" b="1" dirty="0"/>
          </a:p>
          <a:p>
            <a:pPr algn="ctr"/>
            <a:r>
              <a:rPr lang="ko-KR" altLang="en-US" sz="3600" b="1" dirty="0"/>
              <a:t>연성대학교 </a:t>
            </a:r>
            <a:r>
              <a:rPr lang="ko-KR" altLang="en-US" sz="3600" b="1" dirty="0" err="1"/>
              <a:t>컴퓨터소프트웨어과</a:t>
            </a:r>
            <a:endParaRPr lang="ko-KR" altLang="en-US" sz="3600" b="1" dirty="0"/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929552"/>
              </p:ext>
            </p:extLst>
          </p:nvPr>
        </p:nvGraphicFramePr>
        <p:xfrm>
          <a:off x="0" y="5799666"/>
          <a:ext cx="12192000" cy="6400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337305856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653912949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19984053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89225342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3520160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latinLnBrk="1"/>
                      <a:r>
                        <a:rPr lang="ko-KR" altLang="en-US" sz="3600" dirty="0" err="1"/>
                        <a:t>팀명</a:t>
                      </a:r>
                      <a:r>
                        <a:rPr lang="ko-KR" altLang="en-US" sz="3600" dirty="0"/>
                        <a:t> </a:t>
                      </a:r>
                      <a:r>
                        <a:rPr lang="ko-KR" altLang="en-US" sz="300" dirty="0"/>
                        <a:t>나는 내가 빛나는 </a:t>
                      </a:r>
                      <a:r>
                        <a:rPr lang="ko-KR" altLang="en-US" sz="300" dirty="0" err="1"/>
                        <a:t>별인줄</a:t>
                      </a:r>
                      <a:r>
                        <a:rPr lang="ko-KR" altLang="en-US" sz="300" dirty="0"/>
                        <a:t> 알았어요</a:t>
                      </a:r>
                      <a:r>
                        <a:rPr lang="en-US" altLang="ko-KR" sz="300" dirty="0"/>
                        <a:t>. </a:t>
                      </a:r>
                      <a:r>
                        <a:rPr lang="ko-KR" altLang="en-US" sz="300" dirty="0"/>
                        <a:t>한 번도 의심한적 </a:t>
                      </a:r>
                      <a:r>
                        <a:rPr lang="ko-KR" altLang="en-US" sz="300" dirty="0" err="1"/>
                        <a:t>없조</a:t>
                      </a:r>
                      <a:endParaRPr lang="ko-KR" altLang="en-US" sz="3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3600" dirty="0"/>
                        <a:t>팀장 </a:t>
                      </a:r>
                      <a:r>
                        <a:rPr lang="ko-KR" altLang="en-US" sz="2000" b="0" dirty="0" err="1"/>
                        <a:t>함시현</a:t>
                      </a:r>
                      <a:endParaRPr lang="ko-KR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3600" dirty="0"/>
                        <a:t>팀원</a:t>
                      </a:r>
                      <a:r>
                        <a:rPr lang="en-US" altLang="ko-KR" sz="3600" dirty="0"/>
                        <a:t>1 </a:t>
                      </a:r>
                      <a:r>
                        <a:rPr lang="ko-KR" altLang="en-US" sz="2000" b="0" dirty="0" err="1"/>
                        <a:t>도현근</a:t>
                      </a:r>
                      <a:endParaRPr lang="ko-KR" altLang="en-US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3600" dirty="0"/>
                        <a:t>팀원</a:t>
                      </a:r>
                      <a:r>
                        <a:rPr lang="en-US" altLang="ko-KR" sz="3600" dirty="0"/>
                        <a:t>2 </a:t>
                      </a:r>
                      <a:r>
                        <a:rPr lang="ko-KR" altLang="en-US" sz="2000" b="0" dirty="0"/>
                        <a:t>이태양</a:t>
                      </a:r>
                      <a:endParaRPr lang="ko-KR" altLang="en-US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3600" dirty="0"/>
                        <a:t>팀원</a:t>
                      </a:r>
                      <a:r>
                        <a:rPr lang="en-US" altLang="ko-KR" sz="3600" dirty="0"/>
                        <a:t>3 </a:t>
                      </a:r>
                      <a:r>
                        <a:rPr lang="ko-KR" altLang="en-US" sz="2000" b="0" dirty="0" err="1"/>
                        <a:t>한주엽</a:t>
                      </a:r>
                      <a:endParaRPr lang="ko-KR" altLang="en-US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569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6326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05E4E59-5134-4AC6-B77E-097CFC3BD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/>
              <a:t>프로젝트 계획서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E392704-7CE0-40A4-ABA3-37618566F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프로그램 이름 </a:t>
            </a:r>
            <a:r>
              <a:rPr lang="en-US" altLang="ko-KR" dirty="0"/>
              <a:t>: True</a:t>
            </a:r>
          </a:p>
          <a:p>
            <a:pPr lvl="1"/>
            <a:endParaRPr lang="en-US" altLang="ko-KR" dirty="0"/>
          </a:p>
          <a:p>
            <a:r>
              <a:rPr lang="ko-KR" altLang="en-US" dirty="0" err="1"/>
              <a:t>팀명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sz="2400" dirty="0"/>
              <a:t>나는 내가 빛나는 </a:t>
            </a:r>
            <a:r>
              <a:rPr lang="ko-KR" altLang="en-US" sz="2400" dirty="0" err="1"/>
              <a:t>별인줄</a:t>
            </a:r>
            <a:r>
              <a:rPr lang="ko-KR" altLang="en-US" sz="2400" dirty="0"/>
              <a:t> 알았어요</a:t>
            </a:r>
            <a:r>
              <a:rPr lang="en-US" altLang="ko-KR" sz="2400" dirty="0"/>
              <a:t>. </a:t>
            </a:r>
            <a:r>
              <a:rPr lang="ko-KR" altLang="en-US" sz="2400" dirty="0"/>
              <a:t>한 번도 의심한적 </a:t>
            </a:r>
            <a:r>
              <a:rPr lang="ko-KR" altLang="en-US" sz="2400" dirty="0" err="1"/>
              <a:t>없조</a:t>
            </a:r>
            <a:endParaRPr lang="en-US" altLang="ko-KR" sz="2400" dirty="0"/>
          </a:p>
          <a:p>
            <a:pPr lvl="1"/>
            <a:r>
              <a:rPr lang="ko-KR" altLang="en-US" dirty="0" err="1"/>
              <a:t>팀명의</a:t>
            </a:r>
            <a:r>
              <a:rPr lang="ko-KR" altLang="en-US" dirty="0"/>
              <a:t> 의미 </a:t>
            </a:r>
            <a:r>
              <a:rPr lang="en-US" altLang="ko-KR" dirty="0"/>
              <a:t>: </a:t>
            </a:r>
            <a:r>
              <a:rPr lang="ko-KR" altLang="en-US" dirty="0" err="1"/>
              <a:t>빛날줄</a:t>
            </a:r>
            <a:r>
              <a:rPr lang="ko-KR" altLang="en-US" dirty="0"/>
              <a:t> 알았던</a:t>
            </a:r>
            <a:r>
              <a:rPr lang="en-US" altLang="ko-KR" dirty="0"/>
              <a:t>…</a:t>
            </a:r>
          </a:p>
          <a:p>
            <a:r>
              <a:rPr lang="ko-KR" altLang="en-US" dirty="0"/>
              <a:t>팀구성원</a:t>
            </a:r>
            <a:r>
              <a:rPr lang="en-US" altLang="ko-KR" dirty="0"/>
              <a:t>(</a:t>
            </a:r>
            <a:r>
              <a:rPr lang="ko-KR" altLang="en-US" dirty="0"/>
              <a:t>이름</a:t>
            </a:r>
            <a:r>
              <a:rPr lang="en-US" altLang="ko-KR" dirty="0"/>
              <a:t>/</a:t>
            </a:r>
            <a:r>
              <a:rPr lang="ko-KR" altLang="en-US" dirty="0"/>
              <a:t>학번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팀장 </a:t>
            </a:r>
            <a:r>
              <a:rPr lang="en-US" altLang="ko-KR" dirty="0"/>
              <a:t>: </a:t>
            </a:r>
            <a:r>
              <a:rPr lang="ko-KR" altLang="en-US" dirty="0" err="1"/>
              <a:t>함시현</a:t>
            </a:r>
            <a:r>
              <a:rPr lang="ko-KR" altLang="en-US" dirty="0"/>
              <a:t> </a:t>
            </a:r>
            <a:r>
              <a:rPr lang="en-US" altLang="ko-KR" dirty="0"/>
              <a:t>/ 2024100167</a:t>
            </a:r>
          </a:p>
          <a:p>
            <a:pPr lvl="1"/>
            <a:r>
              <a:rPr lang="ko-KR" altLang="en-US" dirty="0"/>
              <a:t>팀원 </a:t>
            </a:r>
            <a:r>
              <a:rPr lang="en-US" altLang="ko-KR" dirty="0"/>
              <a:t>: </a:t>
            </a:r>
            <a:r>
              <a:rPr lang="ko-KR" altLang="en-US" dirty="0" err="1"/>
              <a:t>도현근</a:t>
            </a:r>
            <a:r>
              <a:rPr lang="ko-KR" altLang="en-US" dirty="0"/>
              <a:t> </a:t>
            </a:r>
            <a:r>
              <a:rPr lang="en-US" altLang="ko-KR" dirty="0"/>
              <a:t>/ 2022100191</a:t>
            </a:r>
          </a:p>
          <a:p>
            <a:pPr lvl="1"/>
            <a:r>
              <a:rPr lang="ko-KR" altLang="en-US" dirty="0"/>
              <a:t>팀원 </a:t>
            </a:r>
            <a:r>
              <a:rPr lang="en-US" altLang="ko-KR" dirty="0"/>
              <a:t>: </a:t>
            </a:r>
            <a:r>
              <a:rPr lang="ko-KR" altLang="en-US" dirty="0"/>
              <a:t>이태양 </a:t>
            </a:r>
            <a:r>
              <a:rPr lang="en-US" altLang="ko-KR" dirty="0"/>
              <a:t>/ 2022100215</a:t>
            </a:r>
          </a:p>
          <a:p>
            <a:pPr lvl="1"/>
            <a:r>
              <a:rPr lang="ko-KR" altLang="en-US" dirty="0"/>
              <a:t>팀원 </a:t>
            </a:r>
            <a:r>
              <a:rPr lang="en-US" altLang="ko-KR" dirty="0"/>
              <a:t>: </a:t>
            </a:r>
            <a:r>
              <a:rPr lang="ko-KR" altLang="en-US" dirty="0" err="1"/>
              <a:t>한주엽</a:t>
            </a:r>
            <a:r>
              <a:rPr lang="ko-KR" altLang="en-US" dirty="0"/>
              <a:t> </a:t>
            </a:r>
            <a:r>
              <a:rPr lang="en-US" altLang="ko-KR" dirty="0"/>
              <a:t>/ 2022100175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37EB140-78F0-48FB-94B0-CB25F97F5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D4527-913B-4811-80BF-E8D71402B870}" type="datetime1">
              <a:rPr lang="ko-KR" altLang="en-US" smtClean="0"/>
              <a:t>2025. 11. 18.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DE1791C-1D9F-46C3-9BD8-7271F568B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39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DA1090-EF22-4ECA-8CAE-B345DD06C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프로그램 개발 목적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9F27F0-CBC4-4B16-BDFD-675C0785B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사용자가 직접 퀴즈를 만들고 공유하며</a:t>
            </a:r>
            <a:r>
              <a:rPr lang="en-US" altLang="ko-KR" dirty="0"/>
              <a:t>, </a:t>
            </a:r>
            <a:r>
              <a:rPr lang="ko-KR" altLang="en-US" dirty="0"/>
              <a:t>다양한 주제</a:t>
            </a:r>
            <a:r>
              <a:rPr lang="en-US" altLang="ko-KR" dirty="0"/>
              <a:t>(</a:t>
            </a:r>
            <a:r>
              <a:rPr lang="ko-KR" altLang="en-US" dirty="0"/>
              <a:t>인물</a:t>
            </a:r>
            <a:r>
              <a:rPr lang="en-US" altLang="ko-KR" dirty="0"/>
              <a:t>, </a:t>
            </a:r>
            <a:r>
              <a:rPr lang="ko-KR" altLang="en-US" dirty="0"/>
              <a:t>국가</a:t>
            </a:r>
            <a:r>
              <a:rPr lang="en-US" altLang="ko-KR" dirty="0"/>
              <a:t>, </a:t>
            </a:r>
            <a:r>
              <a:rPr lang="ko-KR" altLang="en-US" dirty="0"/>
              <a:t>동물</a:t>
            </a:r>
            <a:r>
              <a:rPr lang="en-US" altLang="ko-KR" dirty="0"/>
              <a:t>, </a:t>
            </a:r>
            <a:r>
              <a:rPr lang="ko-KR" altLang="en-US" dirty="0"/>
              <a:t>애니메이션 캐릭터 등</a:t>
            </a:r>
            <a:r>
              <a:rPr lang="en-US" altLang="ko-KR" dirty="0"/>
              <a:t>)</a:t>
            </a:r>
            <a:r>
              <a:rPr lang="ko-KR" altLang="en-US" dirty="0"/>
              <a:t>에 맞춘 ‘</a:t>
            </a:r>
            <a:r>
              <a:rPr lang="ko-KR" altLang="en-US" dirty="0" err="1"/>
              <a:t>맞추기’형</a:t>
            </a:r>
            <a:r>
              <a:rPr lang="ko-KR" altLang="en-US" dirty="0"/>
              <a:t> 게임을 통해 즐겁게 참여할 수 있는 인터랙티브 퀴즈 플랫폼을 개발하는 것을 목적으로 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이를 통해 누구나 손쉽게 창의적인 퀴즈 콘텐츠를 제작하고</a:t>
            </a:r>
            <a:r>
              <a:rPr lang="en-US" altLang="ko-KR" dirty="0"/>
              <a:t>, </a:t>
            </a:r>
            <a:r>
              <a:rPr lang="ko-KR" altLang="en-US" dirty="0"/>
              <a:t>다른 사용자와 소통하며 즐길 수 있는 온라인 커뮤니티 환경을 조성하는 것을 목표로 한다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6092CE-0B4D-4B08-BE8A-51C44EA6C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7B794-30E6-4E28-81D3-7F6CFD459BAC}" type="datetime1">
              <a:rPr lang="ko-KR" altLang="en-US" smtClean="0"/>
              <a:t>2025. 11. 18.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1F03E7-AB83-4951-B81D-16560309A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169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F5DE89-EA78-4148-8F68-3276AF3E5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프로그램 주요 기능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E8CDF3-C1FD-4BAD-93B3-1D721EB80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퀴즈 방식</a:t>
            </a:r>
            <a:r>
              <a:rPr lang="en-US" altLang="ko-KR" dirty="0"/>
              <a:t>: </a:t>
            </a:r>
            <a:r>
              <a:rPr lang="ko-KR" altLang="en-US" dirty="0"/>
              <a:t>이미지</a:t>
            </a:r>
            <a:r>
              <a:rPr lang="en-US" altLang="ko-KR" dirty="0"/>
              <a:t>(</a:t>
            </a:r>
            <a:r>
              <a:rPr lang="ko-KR" altLang="en-US" dirty="0"/>
              <a:t>사진</a:t>
            </a:r>
            <a:r>
              <a:rPr lang="en-US" altLang="ko-KR" dirty="0"/>
              <a:t>/</a:t>
            </a:r>
            <a:r>
              <a:rPr lang="ko-KR" altLang="en-US" dirty="0"/>
              <a:t>그림</a:t>
            </a:r>
            <a:r>
              <a:rPr lang="en-US" altLang="ko-KR" dirty="0"/>
              <a:t>/</a:t>
            </a:r>
            <a:r>
              <a:rPr lang="ko-KR" altLang="en-US" dirty="0"/>
              <a:t>국기</a:t>
            </a:r>
            <a:r>
              <a:rPr lang="en-US" altLang="ko-KR" dirty="0"/>
              <a:t>/</a:t>
            </a:r>
            <a:r>
              <a:rPr lang="ko-KR" altLang="en-US" dirty="0"/>
              <a:t>캐릭터 등</a:t>
            </a:r>
            <a:r>
              <a:rPr lang="en-US" altLang="ko-KR" dirty="0"/>
              <a:t>) </a:t>
            </a:r>
            <a:r>
              <a:rPr lang="ko-KR" altLang="en-US" dirty="0"/>
              <a:t>기반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참여</a:t>
            </a:r>
            <a:r>
              <a:rPr lang="en-US" altLang="ko-KR" dirty="0"/>
              <a:t>: </a:t>
            </a:r>
            <a:r>
              <a:rPr lang="ko-KR" altLang="en-US" dirty="0"/>
              <a:t>로그인 없이 바로 시작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답변</a:t>
            </a:r>
            <a:r>
              <a:rPr lang="en-US" altLang="ko-KR" dirty="0"/>
              <a:t>: </a:t>
            </a:r>
            <a:r>
              <a:rPr lang="ko-KR" altLang="en-US" dirty="0"/>
              <a:t>입력창에 직접 텍스트 입력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판별</a:t>
            </a:r>
            <a:r>
              <a:rPr lang="en-US" altLang="ko-KR" dirty="0"/>
              <a:t>: </a:t>
            </a:r>
            <a:r>
              <a:rPr lang="ko-KR" altLang="en-US" dirty="0"/>
              <a:t>대소문자 무시</a:t>
            </a:r>
            <a:r>
              <a:rPr lang="en-US" altLang="ko-KR" dirty="0"/>
              <a:t>, </a:t>
            </a:r>
            <a:r>
              <a:rPr lang="ko-KR" altLang="en-US" dirty="0"/>
              <a:t>유사도 검사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피드백</a:t>
            </a:r>
            <a:r>
              <a:rPr lang="en-US" altLang="ko-KR" dirty="0"/>
              <a:t>: </a:t>
            </a:r>
            <a:r>
              <a:rPr lang="ko-KR" altLang="en-US" dirty="0"/>
              <a:t>정답</a:t>
            </a:r>
            <a:r>
              <a:rPr lang="en-US" altLang="ko-KR" dirty="0"/>
              <a:t>/</a:t>
            </a:r>
            <a:r>
              <a:rPr lang="ko-KR" altLang="en-US" dirty="0"/>
              <a:t>오답 즉시 표시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결과</a:t>
            </a:r>
            <a:r>
              <a:rPr lang="en-US" altLang="ko-KR" dirty="0"/>
              <a:t>: </a:t>
            </a:r>
            <a:r>
              <a:rPr lang="ko-KR" altLang="en-US" dirty="0"/>
              <a:t>점수</a:t>
            </a:r>
            <a:r>
              <a:rPr lang="en-US" altLang="ko-KR" dirty="0"/>
              <a:t>, </a:t>
            </a:r>
            <a:r>
              <a:rPr lang="ko-KR" altLang="en-US" dirty="0"/>
              <a:t>정답 개수</a:t>
            </a:r>
            <a:r>
              <a:rPr lang="en-US" altLang="ko-KR" dirty="0"/>
              <a:t>, </a:t>
            </a:r>
            <a:r>
              <a:rPr lang="ko-KR" altLang="en-US" dirty="0"/>
              <a:t>소요 시간 집계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공유</a:t>
            </a:r>
            <a:r>
              <a:rPr lang="en-US" altLang="ko-KR" dirty="0"/>
              <a:t>: SNS/</a:t>
            </a:r>
            <a:r>
              <a:rPr lang="ko-KR" altLang="en-US" dirty="0"/>
              <a:t>링크로 결과 공유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E9E003-7A0F-40B6-9857-5F513DFCD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7B794-30E6-4E28-81D3-7F6CFD459BAC}" type="datetime1">
              <a:rPr lang="ko-KR" altLang="en-US" smtClean="0"/>
              <a:t>2025. 11. 18.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54C373B-B47D-4DC0-8085-262F9FE0B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3832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FF3BC7-96B9-4DB4-8C53-980453C9C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/>
              <a:t>프로그램 개발 환경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6BA9E0-310F-4D99-AA35-6A0C9BDB4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Hardware</a:t>
            </a:r>
          </a:p>
          <a:p>
            <a:pPr lvl="1"/>
            <a:r>
              <a:rPr lang="en-US" altLang="ko-KR" dirty="0"/>
              <a:t>Apple M2, Intel </a:t>
            </a:r>
            <a:r>
              <a:rPr lang="en-US" altLang="ko-KR" dirty="0" err="1"/>
              <a:t>zen</a:t>
            </a:r>
            <a:r>
              <a:rPr lang="en-US" altLang="ko-KR" dirty="0"/>
              <a:t> 5, </a:t>
            </a:r>
            <a:r>
              <a:rPr lang="en-US" altLang="ko-KR" dirty="0" err="1"/>
              <a:t>Amd</a:t>
            </a:r>
            <a:r>
              <a:rPr lang="en-US" altLang="ko-KR" dirty="0"/>
              <a:t> zen5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Software</a:t>
            </a:r>
          </a:p>
          <a:p>
            <a:pPr lvl="1"/>
            <a:r>
              <a:rPr lang="en-US" altLang="ko-KR" dirty="0"/>
              <a:t>OS: Mac/Window</a:t>
            </a:r>
          </a:p>
          <a:p>
            <a:pPr lvl="1"/>
            <a:r>
              <a:rPr lang="en-US" altLang="ko-KR" dirty="0" err="1"/>
              <a:t>Language&amp;Framework</a:t>
            </a:r>
            <a:r>
              <a:rPr lang="en-US" altLang="ko-KR" dirty="0"/>
              <a:t>: Html, </a:t>
            </a:r>
            <a:r>
              <a:rPr lang="en-US" altLang="ko-KR" dirty="0" err="1"/>
              <a:t>css</a:t>
            </a:r>
            <a:r>
              <a:rPr lang="en-US" altLang="ko-KR" dirty="0"/>
              <a:t>, </a:t>
            </a:r>
            <a:r>
              <a:rPr lang="en-US" altLang="ko-KR" dirty="0" err="1"/>
              <a:t>Js</a:t>
            </a:r>
            <a:r>
              <a:rPr lang="en-US" altLang="ko-KR" dirty="0"/>
              <a:t>, Node.js, Express.js</a:t>
            </a:r>
          </a:p>
          <a:p>
            <a:pPr lvl="1"/>
            <a:r>
              <a:rPr lang="en-US" altLang="ko-KR" dirty="0"/>
              <a:t>Database: NoSQL</a:t>
            </a:r>
          </a:p>
          <a:p>
            <a:pPr lvl="1"/>
            <a:r>
              <a:rPr lang="en-US" altLang="ko-KR" dirty="0"/>
              <a:t>IDE: </a:t>
            </a:r>
            <a:r>
              <a:rPr lang="en-US" altLang="ko-KR" dirty="0" err="1"/>
              <a:t>VScode</a:t>
            </a:r>
            <a:r>
              <a:rPr lang="en-US" altLang="ko-KR" dirty="0"/>
              <a:t>, Terminal</a:t>
            </a:r>
          </a:p>
          <a:p>
            <a:pPr lvl="1"/>
            <a:r>
              <a:rPr lang="en-US" altLang="ko-KR" dirty="0"/>
              <a:t>Version Control: </a:t>
            </a:r>
            <a:r>
              <a:rPr lang="en-US" altLang="ko-KR" dirty="0" err="1"/>
              <a:t>Github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C00490-ABE6-463E-BED0-9AA2D18B6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7B794-30E6-4E28-81D3-7F6CFD459BAC}" type="datetime1">
              <a:rPr lang="ko-KR" altLang="en-US" smtClean="0"/>
              <a:t>2025. 11. 18.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C363A08-2C7E-4B0C-B0DC-A39FF961A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0244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8471A4-F17B-4317-92CB-04326C427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프로젝트 주요 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41BC8C-120C-46F0-97B2-4F8CB9345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11/05 : </a:t>
            </a:r>
            <a:r>
              <a:rPr lang="ko-KR" altLang="en-US" dirty="0"/>
              <a:t>계획</a:t>
            </a:r>
            <a:endParaRPr lang="en-US" altLang="ko-KR" dirty="0"/>
          </a:p>
          <a:p>
            <a:r>
              <a:rPr lang="en-US" altLang="ko-KR" dirty="0"/>
              <a:t>11/12 : </a:t>
            </a:r>
            <a:r>
              <a:rPr lang="ko-KR" altLang="en-US" dirty="0"/>
              <a:t>설계</a:t>
            </a:r>
            <a:endParaRPr lang="en-US" altLang="ko-KR" dirty="0"/>
          </a:p>
          <a:p>
            <a:r>
              <a:rPr lang="en-US" altLang="ko-KR" dirty="0"/>
              <a:t>11/19 : </a:t>
            </a:r>
            <a:r>
              <a:rPr lang="ko-KR" altLang="en-US" dirty="0"/>
              <a:t>기능구현</a:t>
            </a:r>
            <a:endParaRPr lang="en-US" altLang="ko-KR" dirty="0"/>
          </a:p>
          <a:p>
            <a:r>
              <a:rPr lang="en-US" altLang="ko-KR" dirty="0"/>
              <a:t>11/26 : </a:t>
            </a:r>
            <a:r>
              <a:rPr lang="ko-KR" altLang="en-US" dirty="0"/>
              <a:t>기능구현</a:t>
            </a:r>
            <a:endParaRPr lang="en-US" altLang="ko-KR" dirty="0"/>
          </a:p>
          <a:p>
            <a:r>
              <a:rPr lang="en-US" altLang="ko-KR" dirty="0"/>
              <a:t>12/03 : </a:t>
            </a:r>
            <a:r>
              <a:rPr lang="ko-KR" altLang="en-US" dirty="0"/>
              <a:t>테스트</a:t>
            </a:r>
            <a:endParaRPr lang="en-US" altLang="ko-KR" dirty="0"/>
          </a:p>
          <a:p>
            <a:r>
              <a:rPr lang="en-US" altLang="ko-KR" dirty="0"/>
              <a:t>12/10 : </a:t>
            </a:r>
            <a:r>
              <a:rPr lang="ko-KR" altLang="en-US" dirty="0"/>
              <a:t>프로젝트 결과 발표 및 </a:t>
            </a:r>
            <a:r>
              <a:rPr lang="en-US" altLang="ko-KR" dirty="0"/>
              <a:t>Demo, </a:t>
            </a:r>
            <a:r>
              <a:rPr lang="ko-KR" altLang="en-US" dirty="0"/>
              <a:t>결과보고서 제출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72E124-2851-407F-B176-0DE5816BC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7B794-30E6-4E28-81D3-7F6CFD459BAC}" type="datetime1">
              <a:rPr lang="ko-KR" altLang="en-US" smtClean="0"/>
              <a:t>2025. 11. 18.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A1A8931-0106-45B1-8D14-7B0A5653A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5433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152B8-5C35-4687-BBAB-EFDC64C084EC}" type="datetime1">
              <a:rPr lang="ko-KR" altLang="en-US" smtClean="0"/>
              <a:t>2025. 11. 18.</a:t>
            </a:fld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0" y="721360"/>
            <a:ext cx="121920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b="1" dirty="0" err="1"/>
              <a:t>클라우드프로그래밍</a:t>
            </a:r>
            <a:endParaRPr lang="en-US" altLang="ko-KR" sz="5400" b="1" dirty="0"/>
          </a:p>
          <a:p>
            <a:pPr algn="ctr"/>
            <a:r>
              <a:rPr lang="en-US" altLang="ko-KR" sz="4400" b="1" dirty="0"/>
              <a:t>True </a:t>
            </a:r>
            <a:r>
              <a:rPr lang="ko-KR" altLang="en-US" sz="4400" b="1" dirty="0"/>
              <a:t>프로젝트</a:t>
            </a:r>
            <a:endParaRPr lang="en-US" altLang="ko-KR" sz="4400" b="1" dirty="0"/>
          </a:p>
          <a:p>
            <a:pPr algn="ctr"/>
            <a:r>
              <a:rPr lang="ko-KR" altLang="en-US" sz="4400" b="1" dirty="0"/>
              <a:t>분석서</a:t>
            </a:r>
            <a:r>
              <a:rPr lang="en-US" altLang="ko-KR" sz="4400" b="1" dirty="0"/>
              <a:t>/</a:t>
            </a:r>
            <a:r>
              <a:rPr lang="ko-KR" altLang="en-US" sz="4400" b="1" dirty="0"/>
              <a:t>설계서</a:t>
            </a:r>
            <a:endParaRPr lang="en-US" altLang="ko-KR" sz="4400" b="1" dirty="0"/>
          </a:p>
          <a:p>
            <a:pPr algn="ctr"/>
            <a:endParaRPr lang="en-US" altLang="ko-KR" sz="5400" b="1" dirty="0"/>
          </a:p>
          <a:p>
            <a:pPr algn="ctr"/>
            <a:r>
              <a:rPr lang="en-US" altLang="ko-KR" sz="3600" b="1" dirty="0"/>
              <a:t>2025. 11. 5</a:t>
            </a:r>
          </a:p>
          <a:p>
            <a:pPr algn="ctr"/>
            <a:endParaRPr lang="en-US" altLang="ko-KR" sz="3600" b="1" dirty="0"/>
          </a:p>
          <a:p>
            <a:pPr algn="ctr"/>
            <a:r>
              <a:rPr lang="ko-KR" altLang="en-US" sz="3600" b="1" dirty="0"/>
              <a:t>연성대학교 </a:t>
            </a:r>
            <a:r>
              <a:rPr lang="ko-KR" altLang="en-US" sz="3600" b="1" dirty="0" err="1"/>
              <a:t>컴퓨터소프트웨어과</a:t>
            </a:r>
            <a:endParaRPr lang="ko-KR" altLang="en-US" sz="3600" b="1" dirty="0"/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121315"/>
              </p:ext>
            </p:extLst>
          </p:nvPr>
        </p:nvGraphicFramePr>
        <p:xfrm>
          <a:off x="0" y="5799666"/>
          <a:ext cx="12192000" cy="6400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337305856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653912949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19984053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89225342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3520160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3600" dirty="0" err="1"/>
                        <a:t>팀명</a:t>
                      </a:r>
                      <a:r>
                        <a:rPr lang="ko-KR" altLang="en-US" sz="3600" dirty="0"/>
                        <a:t> </a:t>
                      </a:r>
                      <a:r>
                        <a:rPr lang="ko-KR" altLang="en-US" sz="1200" b="0" dirty="0" err="1"/>
                        <a:t>나내빛별한의없</a:t>
                      </a:r>
                      <a:endParaRPr lang="ko-KR" altLang="en-US" sz="12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3600" dirty="0"/>
                        <a:t>팀장 </a:t>
                      </a:r>
                      <a:r>
                        <a:rPr lang="ko-KR" altLang="en-US" sz="2000" b="0" dirty="0" err="1"/>
                        <a:t>함시현</a:t>
                      </a:r>
                      <a:endParaRPr lang="ko-KR" altLang="en-US" sz="20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3600" dirty="0"/>
                        <a:t>팀원</a:t>
                      </a:r>
                      <a:r>
                        <a:rPr lang="en-US" altLang="ko-KR" sz="3600" dirty="0"/>
                        <a:t>1 </a:t>
                      </a:r>
                      <a:r>
                        <a:rPr lang="ko-KR" altLang="en-US" sz="2000" b="0" dirty="0" err="1"/>
                        <a:t>도현근</a:t>
                      </a:r>
                      <a:endParaRPr lang="ko-KR" altLang="en-US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3600" dirty="0"/>
                        <a:t>팀원</a:t>
                      </a:r>
                      <a:r>
                        <a:rPr lang="en-US" altLang="ko-KR" sz="3600" dirty="0"/>
                        <a:t>2 </a:t>
                      </a:r>
                      <a:r>
                        <a:rPr lang="ko-KR" altLang="en-US" sz="2000" b="0" dirty="0"/>
                        <a:t>이태양</a:t>
                      </a:r>
                      <a:endParaRPr lang="ko-KR" altLang="en-US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3600" dirty="0"/>
                        <a:t>팀원</a:t>
                      </a:r>
                      <a:r>
                        <a:rPr lang="en-US" altLang="ko-KR" sz="3600" dirty="0"/>
                        <a:t>3 </a:t>
                      </a:r>
                      <a:r>
                        <a:rPr lang="ko-KR" altLang="en-US" sz="2000" b="0" dirty="0" err="1"/>
                        <a:t>한주엽</a:t>
                      </a:r>
                      <a:endParaRPr lang="ko-KR" altLang="en-US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569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6751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1. </a:t>
            </a:r>
            <a:r>
              <a:rPr lang="ko-KR" altLang="en-US" sz="3200" dirty="0"/>
              <a:t>홈으로 가는 로고</a:t>
            </a:r>
            <a:br>
              <a:rPr lang="en-US" altLang="ko-KR" sz="3200" dirty="0"/>
            </a:br>
            <a:r>
              <a:rPr lang="en-US" altLang="ko-KR" sz="3200" dirty="0"/>
              <a:t>2. </a:t>
            </a:r>
            <a:r>
              <a:rPr lang="ko-KR" altLang="en-US" sz="3200" dirty="0"/>
              <a:t>검색</a:t>
            </a:r>
            <a:br>
              <a:rPr lang="en-US" altLang="ko-KR" sz="3200" dirty="0"/>
            </a:br>
            <a:r>
              <a:rPr lang="en-US" altLang="ko-KR" sz="3200" dirty="0"/>
              <a:t>3. </a:t>
            </a:r>
            <a:r>
              <a:rPr lang="ko-KR" altLang="en-US" sz="3200" dirty="0"/>
              <a:t>로그인</a:t>
            </a:r>
            <a:br>
              <a:rPr lang="en-US" altLang="ko-KR" sz="3200" dirty="0"/>
            </a:br>
            <a:r>
              <a:rPr lang="en-US" altLang="ko-KR" sz="3200" dirty="0"/>
              <a:t>4. </a:t>
            </a:r>
            <a:r>
              <a:rPr lang="ko-KR" altLang="en-US" sz="3200" dirty="0"/>
              <a:t>퀴즈목록</a:t>
            </a:r>
            <a:br>
              <a:rPr lang="en-US" altLang="ko-KR" sz="3200" dirty="0"/>
            </a:br>
            <a:r>
              <a:rPr lang="en-US" altLang="ko-KR" sz="3200" dirty="0"/>
              <a:t>5. </a:t>
            </a:r>
            <a:r>
              <a:rPr lang="ko-KR" altLang="en-US" sz="3200" dirty="0"/>
              <a:t>숨겨진 퀴즈 추가 버튼</a:t>
            </a:r>
            <a:br>
              <a:rPr lang="en-US" altLang="ko-KR" sz="3200" dirty="0"/>
            </a:br>
            <a:r>
              <a:rPr lang="en-US" altLang="ko-KR" sz="3200" dirty="0"/>
              <a:t>6. </a:t>
            </a:r>
            <a:r>
              <a:rPr lang="ko-KR" altLang="en-US" sz="3200" dirty="0" err="1"/>
              <a:t>광고배너</a:t>
            </a:r>
            <a:br>
              <a:rPr lang="ko-KR" altLang="en-US" sz="3200" dirty="0"/>
            </a:br>
            <a:endParaRPr lang="ko-KR" altLang="en-US" sz="32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F102B-D98E-4C73-8AA4-85181AC48F92}" type="datetime1">
              <a:rPr lang="ko-KR" altLang="en-US" smtClean="0"/>
              <a:t>2025. 11. 18.</a:t>
            </a:fld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8</a:t>
            </a:fld>
            <a:endParaRPr lang="ko-KR" altLang="en-US" dirty="0"/>
          </a:p>
        </p:txBody>
      </p:sp>
      <p:graphicFrame>
        <p:nvGraphicFramePr>
          <p:cNvPr id="9" name="Group 3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578316"/>
              </p:ext>
            </p:extLst>
          </p:nvPr>
        </p:nvGraphicFramePr>
        <p:xfrm>
          <a:off x="8731413" y="364006"/>
          <a:ext cx="3460587" cy="4271279"/>
        </p:xfrm>
        <a:graphic>
          <a:graphicData uri="http://schemas.openxmlformats.org/drawingml/2006/table">
            <a:tbl>
              <a:tblPr/>
              <a:tblGrid>
                <a:gridCol w="423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7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128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상세설명</a:t>
                      </a:r>
                      <a:endParaRPr lang="ko-KR" altLang="en-US" sz="12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홈으로 이동하는 기능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퀴즈 검색 기능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로그인 페이지로 이동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45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( </a:t>
                      </a:r>
                      <a:r>
                        <a:rPr lang="ko-KR" altLang="en-US" sz="1000" dirty="0"/>
                        <a:t>대표 사진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제목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설명</a:t>
                      </a:r>
                      <a:r>
                        <a:rPr lang="en-US" altLang="ko-KR" sz="1000" dirty="0"/>
                        <a:t>)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로그인시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퀴즈 추가할 수 있게 생김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광고 받습니다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14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7092711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604009"/>
              </p:ext>
            </p:extLst>
          </p:nvPr>
        </p:nvGraphicFramePr>
        <p:xfrm>
          <a:off x="8731414" y="4645444"/>
          <a:ext cx="3460586" cy="2221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05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4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주요사항</a:t>
                      </a:r>
                      <a:endParaRPr lang="ko-KR" altLang="en-US" sz="12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71" marB="5627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70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메인 페이지임</a:t>
                      </a:r>
                    </a:p>
                  </a:txBody>
                  <a:tcPr marL="44308" marR="44308" marT="56271" marB="5627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7D17194-B8D5-B116-251C-24F6FAC08CF2}"/>
              </a:ext>
            </a:extLst>
          </p:cNvPr>
          <p:cNvSpPr txBox="1"/>
          <p:nvPr/>
        </p:nvSpPr>
        <p:spPr>
          <a:xfrm>
            <a:off x="3983409" y="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메인페이지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F61F5D-81FC-4D66-5A23-B9B26E0195B3}"/>
              </a:ext>
            </a:extLst>
          </p:cNvPr>
          <p:cNvSpPr txBox="1"/>
          <p:nvPr/>
        </p:nvSpPr>
        <p:spPr>
          <a:xfrm>
            <a:off x="8924053" y="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함시현</a:t>
            </a:r>
          </a:p>
        </p:txBody>
      </p:sp>
    </p:spTree>
    <p:extLst>
      <p:ext uri="{BB962C8B-B14F-4D97-AF65-F5344CB8AC3E}">
        <p14:creationId xmlns:p14="http://schemas.microsoft.com/office/powerpoint/2010/main" val="972470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799F4-79C7-530F-FAF2-FE5B24434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D9DE32-A220-4E52-052F-1FCD27AEA5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1. </a:t>
            </a:r>
            <a:r>
              <a:rPr lang="ko-KR" altLang="en-US" sz="3200" dirty="0"/>
              <a:t>회원가입 버튼</a:t>
            </a:r>
            <a:br>
              <a:rPr lang="en-US" altLang="ko-KR" sz="3200" dirty="0"/>
            </a:br>
            <a:r>
              <a:rPr lang="en-US" altLang="ko-KR" sz="3200" dirty="0"/>
              <a:t>2.</a:t>
            </a:r>
            <a:r>
              <a:rPr lang="ko-KR" altLang="en-US" sz="3200" dirty="0"/>
              <a:t> 로그인 버튼</a:t>
            </a:r>
            <a:br>
              <a:rPr lang="en-US" altLang="ko-KR" sz="3200" dirty="0"/>
            </a:br>
            <a:r>
              <a:rPr lang="en-US" altLang="ko-KR" sz="3200" dirty="0"/>
              <a:t>3. </a:t>
            </a:r>
            <a:r>
              <a:rPr lang="ko-KR" altLang="en-US" sz="3200" dirty="0"/>
              <a:t>아이디</a:t>
            </a:r>
            <a:r>
              <a:rPr lang="en-US" altLang="ko-KR" sz="3200" dirty="0"/>
              <a:t>/</a:t>
            </a:r>
            <a:r>
              <a:rPr lang="ko-KR" altLang="en-US" sz="3200" dirty="0"/>
              <a:t>비밀번호 찾기 버튼</a:t>
            </a:r>
            <a:br>
              <a:rPr lang="en-US" altLang="ko-KR" sz="3200" dirty="0"/>
            </a:br>
            <a:r>
              <a:rPr lang="en-US" altLang="ko-KR" sz="3200" dirty="0"/>
              <a:t>4. </a:t>
            </a:r>
            <a:r>
              <a:rPr lang="ko-KR" altLang="en-US" sz="3200" dirty="0"/>
              <a:t>아이디 입력란</a:t>
            </a:r>
            <a:br>
              <a:rPr lang="en-US" altLang="ko-KR" sz="3200" dirty="0"/>
            </a:br>
            <a:r>
              <a:rPr lang="en-US" altLang="ko-KR" sz="3200" dirty="0"/>
              <a:t>5. </a:t>
            </a:r>
            <a:r>
              <a:rPr lang="ko-KR" altLang="en-US" sz="3200" dirty="0"/>
              <a:t>비밀번호 입력란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D953D01-4DEC-A354-56A9-E31A0A12A2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778BC5-E41C-D67E-EF98-099F0A61C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F102B-D98E-4C73-8AA4-85181AC48F92}" type="datetime1">
              <a:rPr lang="ko-KR" altLang="en-US" smtClean="0"/>
              <a:t>2025. 11. 18.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C6D1394-A28E-B61E-C44C-3984E4049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9</a:t>
            </a:fld>
            <a:endParaRPr lang="ko-KR" altLang="en-US" dirty="0"/>
          </a:p>
        </p:txBody>
      </p:sp>
      <p:graphicFrame>
        <p:nvGraphicFramePr>
          <p:cNvPr id="9" name="Group 328">
            <a:extLst>
              <a:ext uri="{FF2B5EF4-FFF2-40B4-BE49-F238E27FC236}">
                <a16:creationId xmlns:a16="http://schemas.microsoft.com/office/drawing/2014/main" id="{3309B969-EF26-8893-CB6C-A668A0C35B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338674"/>
              </p:ext>
            </p:extLst>
          </p:nvPr>
        </p:nvGraphicFramePr>
        <p:xfrm>
          <a:off x="8731413" y="364006"/>
          <a:ext cx="3460587" cy="4271279"/>
        </p:xfrm>
        <a:graphic>
          <a:graphicData uri="http://schemas.openxmlformats.org/drawingml/2006/table">
            <a:tbl>
              <a:tblPr/>
              <a:tblGrid>
                <a:gridCol w="423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7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128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상세설명</a:t>
                      </a:r>
                      <a:endParaRPr lang="ko-KR" altLang="en-US" sz="12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회원가입 가능함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로그인 가능함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아이디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비밀번호 찾기 페이지로 이동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45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아이디 입력 가능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비밀번호 입력 가능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14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7092711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6A3693E3-590C-7545-2789-80A5D04DF2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1260731"/>
              </p:ext>
            </p:extLst>
          </p:nvPr>
        </p:nvGraphicFramePr>
        <p:xfrm>
          <a:off x="8731414" y="4645444"/>
          <a:ext cx="3460586" cy="2221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05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4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주요사항</a:t>
                      </a:r>
                      <a:endParaRPr lang="ko-KR" altLang="en-US" sz="12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71" marB="5627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70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로그인 페이지</a:t>
                      </a:r>
                    </a:p>
                  </a:txBody>
                  <a:tcPr marL="44308" marR="44308" marT="56271" marB="5627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3326C9F-66BE-EB29-3736-8CAFA6C489E2}"/>
              </a:ext>
            </a:extLst>
          </p:cNvPr>
          <p:cNvSpPr txBox="1"/>
          <p:nvPr/>
        </p:nvSpPr>
        <p:spPr>
          <a:xfrm>
            <a:off x="3983409" y="0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로그인 페이지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CBB631-9BC5-4683-1CB1-1098ACF28372}"/>
              </a:ext>
            </a:extLst>
          </p:cNvPr>
          <p:cNvSpPr txBox="1"/>
          <p:nvPr/>
        </p:nvSpPr>
        <p:spPr>
          <a:xfrm>
            <a:off x="8924053" y="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도현근</a:t>
            </a:r>
          </a:p>
        </p:txBody>
      </p:sp>
    </p:spTree>
    <p:extLst>
      <p:ext uri="{BB962C8B-B14F-4D97-AF65-F5344CB8AC3E}">
        <p14:creationId xmlns:p14="http://schemas.microsoft.com/office/powerpoint/2010/main" val="3299862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F2BBD-B3F3-1F22-ED42-2014F70A6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B3A8A4-6BBD-5D85-8DC2-A8FCB4C36A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1. </a:t>
            </a:r>
            <a:r>
              <a:rPr lang="ko-KR" altLang="en-US" sz="3200" dirty="0"/>
              <a:t>이메일 입력란</a:t>
            </a:r>
            <a:br>
              <a:rPr lang="en-US" altLang="ko-KR" sz="3200" dirty="0"/>
            </a:br>
            <a:r>
              <a:rPr lang="en-US" altLang="ko-KR" sz="3200" dirty="0"/>
              <a:t>2.</a:t>
            </a:r>
            <a:r>
              <a:rPr lang="ko-KR" altLang="en-US" sz="3200" dirty="0"/>
              <a:t> 아이디 입력란</a:t>
            </a:r>
            <a:br>
              <a:rPr lang="en-US" altLang="ko-KR" sz="3200" dirty="0"/>
            </a:br>
            <a:r>
              <a:rPr lang="en-US" altLang="ko-KR" sz="3200" dirty="0"/>
              <a:t>3.</a:t>
            </a:r>
            <a:r>
              <a:rPr lang="ko-KR" altLang="en-US" sz="3200" dirty="0"/>
              <a:t> 찾기 버튼</a:t>
            </a:r>
            <a:r>
              <a:rPr lang="en-US" altLang="ko-KR" sz="3200" dirty="0"/>
              <a:t> </a:t>
            </a:r>
            <a:endParaRPr lang="ko-KR" altLang="en-US" sz="32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8BFA4E8-E488-C1EF-F1F7-DBDCBED915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BDD033-487C-A716-1C68-C376D3E0B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F102B-D98E-4C73-8AA4-85181AC48F92}" type="datetime1">
              <a:rPr lang="ko-KR" altLang="en-US" smtClean="0"/>
              <a:t>2025. 11. 18.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73E4A1-2602-C7EB-7D98-28F16950B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10</a:t>
            </a:fld>
            <a:endParaRPr lang="ko-KR" altLang="en-US" dirty="0"/>
          </a:p>
        </p:txBody>
      </p:sp>
      <p:graphicFrame>
        <p:nvGraphicFramePr>
          <p:cNvPr id="9" name="Group 328">
            <a:extLst>
              <a:ext uri="{FF2B5EF4-FFF2-40B4-BE49-F238E27FC236}">
                <a16:creationId xmlns:a16="http://schemas.microsoft.com/office/drawing/2014/main" id="{26FB8327-8B9B-86DF-63CE-B4EC3658F5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67061"/>
              </p:ext>
            </p:extLst>
          </p:nvPr>
        </p:nvGraphicFramePr>
        <p:xfrm>
          <a:off x="8731413" y="364006"/>
          <a:ext cx="3460587" cy="4271279"/>
        </p:xfrm>
        <a:graphic>
          <a:graphicData uri="http://schemas.openxmlformats.org/drawingml/2006/table">
            <a:tbl>
              <a:tblPr/>
              <a:tblGrid>
                <a:gridCol w="423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7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128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상세설명</a:t>
                      </a:r>
                      <a:endParaRPr lang="ko-KR" altLang="en-US" sz="12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이메일 입력란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아이디 입력란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이메일 입력하고 버튼 누르면 페이지 이동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45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14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7092711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B7DAA53-D5B4-296D-FCB0-268F17FEBA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327689"/>
              </p:ext>
            </p:extLst>
          </p:nvPr>
        </p:nvGraphicFramePr>
        <p:xfrm>
          <a:off x="8731414" y="4645444"/>
          <a:ext cx="3460586" cy="2221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05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4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주요사항</a:t>
                      </a:r>
                      <a:endParaRPr lang="ko-KR" altLang="en-US" sz="12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71" marB="5627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70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아이디 비번 찾아주는 페이지</a:t>
                      </a:r>
                      <a:r>
                        <a:rPr lang="en-US" altLang="ko-KR" sz="1000" b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이메일 입력하면 페이지 </a:t>
                      </a:r>
                      <a:r>
                        <a:rPr lang="ko-KR" altLang="en-US" sz="1000" b="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넘어감</a:t>
                      </a:r>
                      <a:endParaRPr lang="ko-KR" altLang="en-US" sz="1000" b="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71" marB="5627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98CA235-E5BE-E56C-0E0F-FFF58EA02F78}"/>
              </a:ext>
            </a:extLst>
          </p:cNvPr>
          <p:cNvSpPr txBox="1"/>
          <p:nvPr/>
        </p:nvSpPr>
        <p:spPr>
          <a:xfrm>
            <a:off x="3983409" y="0"/>
            <a:ext cx="3291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아이디</a:t>
            </a:r>
            <a:r>
              <a:rPr lang="en-US" altLang="ko-KR" dirty="0"/>
              <a:t>/ </a:t>
            </a:r>
            <a:r>
              <a:rPr lang="ko-KR" altLang="en-US" dirty="0"/>
              <a:t>비밀번호 찾기 페이지</a:t>
            </a:r>
            <a:endParaRPr lang="en-K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71EA9C-EAA3-E0F0-7196-53899E30D81F}"/>
              </a:ext>
            </a:extLst>
          </p:cNvPr>
          <p:cNvSpPr txBox="1"/>
          <p:nvPr/>
        </p:nvSpPr>
        <p:spPr>
          <a:xfrm>
            <a:off x="8924053" y="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도현근</a:t>
            </a:r>
          </a:p>
        </p:txBody>
      </p:sp>
    </p:spTree>
    <p:extLst>
      <p:ext uri="{BB962C8B-B14F-4D97-AF65-F5344CB8AC3E}">
        <p14:creationId xmlns:p14="http://schemas.microsoft.com/office/powerpoint/2010/main" val="2129249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53D6F-B1F1-0285-2F3E-6173164AE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5D540F-D788-9F16-F0E1-42BD01E1AB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1. </a:t>
            </a:r>
            <a:r>
              <a:rPr lang="ko-KR" altLang="en-US" sz="3200" dirty="0"/>
              <a:t>아이디 결과</a:t>
            </a:r>
            <a:br>
              <a:rPr lang="en-US" altLang="ko-KR" sz="3200" dirty="0"/>
            </a:br>
            <a:r>
              <a:rPr lang="en-US" altLang="ko-KR" sz="3200" dirty="0"/>
              <a:t>2.</a:t>
            </a:r>
            <a:r>
              <a:rPr lang="ko-KR" altLang="en-US" sz="3200" dirty="0"/>
              <a:t> 비밀번호 결과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47A3335-AEA9-9C09-7152-FF02C8EDD5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70F49C-5CB8-3076-8AD0-B783CEDB8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F102B-D98E-4C73-8AA4-85181AC48F92}" type="datetime1">
              <a:rPr lang="ko-KR" altLang="en-US" smtClean="0"/>
              <a:t>2025. 11. 18.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212FFA-D265-F209-05A4-575CDF078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11</a:t>
            </a:fld>
            <a:endParaRPr lang="ko-KR" altLang="en-US" dirty="0"/>
          </a:p>
        </p:txBody>
      </p:sp>
      <p:graphicFrame>
        <p:nvGraphicFramePr>
          <p:cNvPr id="9" name="Group 328">
            <a:extLst>
              <a:ext uri="{FF2B5EF4-FFF2-40B4-BE49-F238E27FC236}">
                <a16:creationId xmlns:a16="http://schemas.microsoft.com/office/drawing/2014/main" id="{9507EE3E-0E7A-0330-C578-1CD649F2E3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8013665"/>
              </p:ext>
            </p:extLst>
          </p:nvPr>
        </p:nvGraphicFramePr>
        <p:xfrm>
          <a:off x="8731413" y="364006"/>
          <a:ext cx="3460587" cy="4271279"/>
        </p:xfrm>
        <a:graphic>
          <a:graphicData uri="http://schemas.openxmlformats.org/drawingml/2006/table">
            <a:tbl>
              <a:tblPr/>
              <a:tblGrid>
                <a:gridCol w="423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7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128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상세설명</a:t>
                      </a:r>
                      <a:endParaRPr lang="ko-KR" altLang="en-US" sz="12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아이디 보여줌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비밀번호 보여줌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45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14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7092711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610885DD-A0D9-2EF2-3889-9423E5DDA3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246375"/>
              </p:ext>
            </p:extLst>
          </p:nvPr>
        </p:nvGraphicFramePr>
        <p:xfrm>
          <a:off x="8731414" y="4645444"/>
          <a:ext cx="3460586" cy="2221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05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4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주요사항</a:t>
                      </a:r>
                      <a:endParaRPr lang="ko-KR" altLang="en-US" sz="12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71" marB="5627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70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아이디 비번 알려줌</a:t>
                      </a:r>
                    </a:p>
                  </a:txBody>
                  <a:tcPr marL="44308" marR="44308" marT="56271" marB="5627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C1FACEA-363C-6877-0704-C6F654414572}"/>
              </a:ext>
            </a:extLst>
          </p:cNvPr>
          <p:cNvSpPr txBox="1"/>
          <p:nvPr/>
        </p:nvSpPr>
        <p:spPr>
          <a:xfrm>
            <a:off x="3983409" y="0"/>
            <a:ext cx="3417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아이디</a:t>
            </a:r>
            <a:r>
              <a:rPr lang="en-US" altLang="ko-KR" dirty="0"/>
              <a:t>/ </a:t>
            </a:r>
            <a:r>
              <a:rPr lang="ko-KR" altLang="en-US" dirty="0"/>
              <a:t>비밀번호 찾기 페이지</a:t>
            </a:r>
            <a:r>
              <a:rPr lang="en-US" altLang="ko-KR" dirty="0"/>
              <a:t>2</a:t>
            </a:r>
            <a:endParaRPr lang="en-K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0EFFAD-F4DD-B1FC-105B-B3949F58F9F3}"/>
              </a:ext>
            </a:extLst>
          </p:cNvPr>
          <p:cNvSpPr txBox="1"/>
          <p:nvPr/>
        </p:nvSpPr>
        <p:spPr>
          <a:xfrm>
            <a:off x="8924053" y="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도현근</a:t>
            </a:r>
          </a:p>
        </p:txBody>
      </p:sp>
    </p:spTree>
    <p:extLst>
      <p:ext uri="{BB962C8B-B14F-4D97-AF65-F5344CB8AC3E}">
        <p14:creationId xmlns:p14="http://schemas.microsoft.com/office/powerpoint/2010/main" val="437163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990E6-E8D2-8156-ED1A-21E0996B0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CF5FB8-B46F-C6CA-1010-BB17CF4927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65122"/>
            <a:ext cx="8724900" cy="6492877"/>
          </a:xfrm>
        </p:spPr>
        <p:txBody>
          <a:bodyPr>
            <a:normAutofit/>
          </a:bodyPr>
          <a:lstStyle/>
          <a:p>
            <a:r>
              <a:rPr lang="en-US" altLang="ko-KR" sz="3200" dirty="0"/>
              <a:t>1. </a:t>
            </a:r>
            <a:r>
              <a:rPr lang="ko-KR" altLang="en-US" sz="3200" dirty="0"/>
              <a:t>퀴즈 대표 이미지</a:t>
            </a:r>
            <a:br>
              <a:rPr lang="en-US" altLang="ko-KR" sz="3200" dirty="0"/>
            </a:br>
            <a:r>
              <a:rPr lang="en-US" altLang="ko-KR" sz="3200" dirty="0"/>
              <a:t>2.</a:t>
            </a:r>
            <a:r>
              <a:rPr lang="ko-KR" altLang="en-US" sz="3200" dirty="0"/>
              <a:t> 퀴즈 설명</a:t>
            </a:r>
            <a:br>
              <a:rPr lang="en-US" altLang="ko-KR" sz="3200" dirty="0"/>
            </a:br>
            <a:r>
              <a:rPr lang="en-US" altLang="ko-KR" sz="3200" dirty="0"/>
              <a:t>3. </a:t>
            </a:r>
            <a:r>
              <a:rPr lang="ko-KR" altLang="en-US" sz="3200" dirty="0"/>
              <a:t>퀴즈 제목</a:t>
            </a:r>
            <a:br>
              <a:rPr lang="en-US" altLang="ko-KR" sz="3200" dirty="0"/>
            </a:br>
            <a:r>
              <a:rPr lang="en-US" altLang="ko-KR" sz="3200" dirty="0"/>
              <a:t>4. </a:t>
            </a:r>
            <a:r>
              <a:rPr lang="ko-KR" altLang="en-US" sz="3200" dirty="0"/>
              <a:t>개수 선택 버튼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BEBCE03-73A4-32D9-2A2B-C6537F8E10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A56197-5471-7E18-40A8-5FF5E531B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F102B-D98E-4C73-8AA4-85181AC48F92}" type="datetime1">
              <a:rPr lang="ko-KR" altLang="en-US" smtClean="0"/>
              <a:t>2025. 11. 18.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19006CB-7E83-1D4B-A4B1-25C415D87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12</a:t>
            </a:fld>
            <a:endParaRPr lang="ko-KR" altLang="en-US" dirty="0"/>
          </a:p>
        </p:txBody>
      </p:sp>
      <p:graphicFrame>
        <p:nvGraphicFramePr>
          <p:cNvPr id="9" name="Group 328">
            <a:extLst>
              <a:ext uri="{FF2B5EF4-FFF2-40B4-BE49-F238E27FC236}">
                <a16:creationId xmlns:a16="http://schemas.microsoft.com/office/drawing/2014/main" id="{94FB38A5-E9A6-79C0-069E-59523221C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680460"/>
              </p:ext>
            </p:extLst>
          </p:nvPr>
        </p:nvGraphicFramePr>
        <p:xfrm>
          <a:off x="8731413" y="364006"/>
          <a:ext cx="3460587" cy="4271279"/>
        </p:xfrm>
        <a:graphic>
          <a:graphicData uri="http://schemas.openxmlformats.org/drawingml/2006/table">
            <a:tbl>
              <a:tblPr/>
              <a:tblGrid>
                <a:gridCol w="423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7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128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상세설명</a:t>
                      </a:r>
                      <a:endParaRPr lang="ko-KR" altLang="en-US" sz="12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퀴즈 대표 이미지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퀴즈 설명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퀴즈 제목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45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문제 수에 따라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10, 20, 30(max)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선택 버튼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14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7092711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67530509-D758-B8D0-B1B2-25811BF9FD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924439"/>
              </p:ext>
            </p:extLst>
          </p:nvPr>
        </p:nvGraphicFramePr>
        <p:xfrm>
          <a:off x="8731414" y="4645444"/>
          <a:ext cx="3460586" cy="2221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05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4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주요사항</a:t>
                      </a:r>
                      <a:endParaRPr lang="ko-KR" altLang="en-US" sz="12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71" marB="5627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7030">
                <a:tc>
                  <a:txBody>
                    <a:bodyPr/>
                    <a:lstStyle/>
                    <a:p>
                      <a:r>
                        <a:rPr lang="en-KR" sz="1000" dirty="0"/>
                        <a:t>퀴즈 선택하면 바로 다음에 나오는 퀴즈 개수 선택 페이지</a:t>
                      </a:r>
                    </a:p>
                  </a:txBody>
                  <a:tcPr marL="44308" marR="44308" marT="56271" marB="5627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0445F72-F879-C8B0-D753-5263AAF9D125}"/>
              </a:ext>
            </a:extLst>
          </p:cNvPr>
          <p:cNvSpPr txBox="1"/>
          <p:nvPr/>
        </p:nvSpPr>
        <p:spPr>
          <a:xfrm>
            <a:off x="3983409" y="0"/>
            <a:ext cx="2507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퀴즈 개수 선택 페이지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4C2EA7-AB5E-2DFD-EFF0-1FA87E17BD2B}"/>
              </a:ext>
            </a:extLst>
          </p:cNvPr>
          <p:cNvSpPr txBox="1"/>
          <p:nvPr/>
        </p:nvSpPr>
        <p:spPr>
          <a:xfrm>
            <a:off x="8924053" y="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한주엽</a:t>
            </a:r>
          </a:p>
        </p:txBody>
      </p:sp>
    </p:spTree>
    <p:extLst>
      <p:ext uri="{BB962C8B-B14F-4D97-AF65-F5344CB8AC3E}">
        <p14:creationId xmlns:p14="http://schemas.microsoft.com/office/powerpoint/2010/main" val="3535821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77F3D-7163-4C6A-A774-5A8053FBF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D1BDEA-84B6-6F54-EEE3-421B21916F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1. </a:t>
            </a:r>
            <a:r>
              <a:rPr lang="ko-KR" altLang="en-US" sz="3200" dirty="0"/>
              <a:t>대표 사진 설정</a:t>
            </a:r>
            <a:br>
              <a:rPr lang="en-US" altLang="ko-KR" sz="3200" dirty="0"/>
            </a:br>
            <a:r>
              <a:rPr lang="en-US" altLang="ko-KR" sz="3200" dirty="0"/>
              <a:t>2.</a:t>
            </a:r>
            <a:r>
              <a:rPr lang="ko-KR" altLang="en-US" sz="3200" dirty="0"/>
              <a:t> 이미지 설정</a:t>
            </a:r>
            <a:br>
              <a:rPr lang="en-US" altLang="ko-KR" sz="3200" dirty="0"/>
            </a:br>
            <a:r>
              <a:rPr lang="en-US" altLang="ko-KR" sz="3200" dirty="0"/>
              <a:t>3. </a:t>
            </a:r>
            <a:r>
              <a:rPr lang="ko-KR" altLang="en-US" sz="3200" dirty="0"/>
              <a:t>정답 텍스트 입력란</a:t>
            </a:r>
            <a:br>
              <a:rPr lang="en-US" altLang="ko-KR" sz="3200" dirty="0"/>
            </a:br>
            <a:r>
              <a:rPr lang="en-US" altLang="ko-KR" sz="3200" dirty="0"/>
              <a:t>4.</a:t>
            </a:r>
            <a:r>
              <a:rPr lang="ko-KR" altLang="en-US" sz="3200" dirty="0"/>
              <a:t> 제목 설정</a:t>
            </a:r>
            <a:br>
              <a:rPr lang="en-US" altLang="ko-KR" sz="3200" dirty="0"/>
            </a:br>
            <a:r>
              <a:rPr lang="en-US" altLang="ko-KR" sz="3200" dirty="0"/>
              <a:t>5.</a:t>
            </a:r>
            <a:r>
              <a:rPr lang="ko-KR" altLang="en-US" sz="3200" dirty="0"/>
              <a:t> 설명 설정</a:t>
            </a:r>
            <a:br>
              <a:rPr lang="en-US" altLang="ko-KR" sz="3200" dirty="0"/>
            </a:br>
            <a:r>
              <a:rPr lang="en-US" altLang="ko-KR" sz="3200" dirty="0"/>
              <a:t>6. </a:t>
            </a:r>
            <a:r>
              <a:rPr lang="ko-KR" altLang="en-US" sz="3200" dirty="0"/>
              <a:t>퀴즈 추가 버튼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4143322-72A6-C4D4-0A9F-86D71D9573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D93B6B-488B-7E44-DD30-DA01BB09D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F102B-D98E-4C73-8AA4-85181AC48F92}" type="datetime1">
              <a:rPr lang="ko-KR" altLang="en-US" smtClean="0"/>
              <a:t>2025. 11. 18.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52D45DF-CC54-AD15-914E-7336B7B92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13</a:t>
            </a:fld>
            <a:endParaRPr lang="ko-KR" altLang="en-US" dirty="0"/>
          </a:p>
        </p:txBody>
      </p:sp>
      <p:graphicFrame>
        <p:nvGraphicFramePr>
          <p:cNvPr id="9" name="Group 328">
            <a:extLst>
              <a:ext uri="{FF2B5EF4-FFF2-40B4-BE49-F238E27FC236}">
                <a16:creationId xmlns:a16="http://schemas.microsoft.com/office/drawing/2014/main" id="{C3FAB4DA-DF3C-9176-1F8E-A05F8235B2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287293"/>
              </p:ext>
            </p:extLst>
          </p:nvPr>
        </p:nvGraphicFramePr>
        <p:xfrm>
          <a:off x="8731413" y="364006"/>
          <a:ext cx="3460587" cy="4271279"/>
        </p:xfrm>
        <a:graphic>
          <a:graphicData uri="http://schemas.openxmlformats.org/drawingml/2006/table">
            <a:tbl>
              <a:tblPr/>
              <a:tblGrid>
                <a:gridCol w="423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7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128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상세설명</a:t>
                      </a:r>
                      <a:endParaRPr lang="ko-KR" altLang="en-US" sz="12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대표 사진 설정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이미지 설정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정답 텍스트 입력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45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 입력란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설명 입력란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퀴즈 개수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+1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버튼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14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7092711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E808A39-978F-710B-C954-EE3BCB5B32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099292"/>
              </p:ext>
            </p:extLst>
          </p:nvPr>
        </p:nvGraphicFramePr>
        <p:xfrm>
          <a:off x="8731414" y="4645444"/>
          <a:ext cx="3460586" cy="2221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05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4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주요사항</a:t>
                      </a:r>
                      <a:endParaRPr lang="ko-KR" altLang="en-US" sz="12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71" marB="5627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70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로그인 하면 활성화되는 버튼을 통해 이 페이지로 이동가능</a:t>
                      </a:r>
                      <a:r>
                        <a:rPr lang="en-US" altLang="ko-KR" sz="1000" b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1000" b="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71" marB="5627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4922124-2460-56A1-E913-9CCACC024133}"/>
              </a:ext>
            </a:extLst>
          </p:cNvPr>
          <p:cNvSpPr txBox="1"/>
          <p:nvPr/>
        </p:nvSpPr>
        <p:spPr>
          <a:xfrm>
            <a:off x="3983409" y="0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퀴즈 만들기 페이지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483315-2BC1-66BA-5188-0F373B788765}"/>
              </a:ext>
            </a:extLst>
          </p:cNvPr>
          <p:cNvSpPr txBox="1"/>
          <p:nvPr/>
        </p:nvSpPr>
        <p:spPr>
          <a:xfrm>
            <a:off x="8924053" y="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한주엽</a:t>
            </a:r>
          </a:p>
        </p:txBody>
      </p:sp>
    </p:spTree>
    <p:extLst>
      <p:ext uri="{BB962C8B-B14F-4D97-AF65-F5344CB8AC3E}">
        <p14:creationId xmlns:p14="http://schemas.microsoft.com/office/powerpoint/2010/main" val="3442969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507F2-2846-E279-BD02-D9750B9CE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84AE85-BFD2-4DDE-5BE0-8F911F7F20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1. </a:t>
            </a:r>
            <a:r>
              <a:rPr lang="ko-KR" altLang="en-US" sz="3200" dirty="0"/>
              <a:t>등급 표시</a:t>
            </a:r>
            <a:br>
              <a:rPr lang="en-US" altLang="ko-KR" sz="3200" dirty="0"/>
            </a:br>
            <a:r>
              <a:rPr lang="en-US" altLang="ko-KR" sz="3200" dirty="0"/>
              <a:t>2.</a:t>
            </a:r>
            <a:r>
              <a:rPr lang="ko-KR" altLang="en-US" sz="3200" dirty="0"/>
              <a:t> 몇 개 맞췄는지 표시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6A060C3-86CB-0F6F-15AC-C42D6CEFE5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8CF722-B60F-5BAA-A4B8-1833DACF9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F102B-D98E-4C73-8AA4-85181AC48F92}" type="datetime1">
              <a:rPr lang="ko-KR" altLang="en-US" smtClean="0"/>
              <a:t>2025. 11. 18.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A89F38-CF49-9377-9F6E-D3ACB61F6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14</a:t>
            </a:fld>
            <a:endParaRPr lang="ko-KR" altLang="en-US" dirty="0"/>
          </a:p>
        </p:txBody>
      </p:sp>
      <p:graphicFrame>
        <p:nvGraphicFramePr>
          <p:cNvPr id="9" name="Group 328">
            <a:extLst>
              <a:ext uri="{FF2B5EF4-FFF2-40B4-BE49-F238E27FC236}">
                <a16:creationId xmlns:a16="http://schemas.microsoft.com/office/drawing/2014/main" id="{3931C7F3-E679-0E1F-56A8-4760570F54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705127"/>
              </p:ext>
            </p:extLst>
          </p:nvPr>
        </p:nvGraphicFramePr>
        <p:xfrm>
          <a:off x="8731413" y="364006"/>
          <a:ext cx="3460587" cy="4271279"/>
        </p:xfrm>
        <a:graphic>
          <a:graphicData uri="http://schemas.openxmlformats.org/drawingml/2006/table">
            <a:tbl>
              <a:tblPr/>
              <a:tblGrid>
                <a:gridCol w="423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7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128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상세설명</a:t>
                      </a:r>
                      <a:endParaRPr lang="ko-KR" altLang="en-US" sz="12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맞춘 문제 개수의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%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에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따라 등급 나눔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문제중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맞춘 개수 알려줌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45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14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7092711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3EF7D3B-F2C9-AAAD-FB32-371C8F9F83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92302"/>
              </p:ext>
            </p:extLst>
          </p:nvPr>
        </p:nvGraphicFramePr>
        <p:xfrm>
          <a:off x="8731414" y="4645444"/>
          <a:ext cx="3460586" cy="2221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05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4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주요사항</a:t>
                      </a:r>
                      <a:endParaRPr lang="ko-KR" altLang="en-US" sz="12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71" marB="5627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70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문제 다 풀면 이동하는 통계 페이지임</a:t>
                      </a:r>
                    </a:p>
                  </a:txBody>
                  <a:tcPr marL="44308" marR="44308" marT="56271" marB="5627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4DC2183-7322-B7F9-C574-F944162CD00D}"/>
              </a:ext>
            </a:extLst>
          </p:cNvPr>
          <p:cNvSpPr txBox="1"/>
          <p:nvPr/>
        </p:nvSpPr>
        <p:spPr>
          <a:xfrm>
            <a:off x="3983409" y="0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통계 페이지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9DFC86-BB95-2B66-B147-F95A3090A8CF}"/>
              </a:ext>
            </a:extLst>
          </p:cNvPr>
          <p:cNvSpPr txBox="1"/>
          <p:nvPr/>
        </p:nvSpPr>
        <p:spPr>
          <a:xfrm>
            <a:off x="8924053" y="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이태양</a:t>
            </a:r>
          </a:p>
        </p:txBody>
      </p:sp>
    </p:spTree>
    <p:extLst>
      <p:ext uri="{BB962C8B-B14F-4D97-AF65-F5344CB8AC3E}">
        <p14:creationId xmlns:p14="http://schemas.microsoft.com/office/powerpoint/2010/main" val="5582431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88703-6C76-B78E-A879-34A9848D9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11ACD1-EE93-E48B-9004-EEA6C0C68D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1. </a:t>
            </a:r>
            <a:r>
              <a:rPr lang="ko-KR" altLang="en-US" sz="3200" dirty="0"/>
              <a:t>이미지</a:t>
            </a:r>
            <a:br>
              <a:rPr lang="en-US" altLang="ko-KR" sz="3200" dirty="0"/>
            </a:br>
            <a:r>
              <a:rPr lang="en-US" altLang="ko-KR" sz="3200" dirty="0"/>
              <a:t>2.</a:t>
            </a:r>
            <a:r>
              <a:rPr lang="ko-KR" altLang="en-US" sz="3200" dirty="0"/>
              <a:t> 입력란</a:t>
            </a:r>
            <a:br>
              <a:rPr lang="en-US" altLang="ko-KR" sz="3200" dirty="0"/>
            </a:br>
            <a:r>
              <a:rPr lang="en-US" altLang="ko-KR" sz="3200" dirty="0"/>
              <a:t>3.</a:t>
            </a:r>
            <a:r>
              <a:rPr lang="ko-KR" altLang="en-US" sz="3200" dirty="0"/>
              <a:t> 넘어가는 버튼</a:t>
            </a:r>
            <a:br>
              <a:rPr lang="en-US" altLang="ko-KR" sz="3200" dirty="0"/>
            </a:br>
            <a:r>
              <a:rPr lang="en-US" altLang="ko-KR" sz="3200" dirty="0"/>
              <a:t>4.</a:t>
            </a:r>
            <a:r>
              <a:rPr lang="ko-KR" altLang="en-US" sz="3200" dirty="0"/>
              <a:t> 정답 제출 버튼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5D6C31B-5A00-EF5F-B8AA-AD07AD1FEB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CDAF09-EDD4-F9D0-6B09-3CC8E640F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F102B-D98E-4C73-8AA4-85181AC48F92}" type="datetime1">
              <a:rPr lang="ko-KR" altLang="en-US" smtClean="0"/>
              <a:t>2025. 11. 18.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485715-1827-DE4C-540D-98C2399C3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ED22-591D-4B19-B0D2-1DA8212F639E}" type="slidenum">
              <a:rPr lang="ko-KR" altLang="en-US" smtClean="0"/>
              <a:t>15</a:t>
            </a:fld>
            <a:endParaRPr lang="ko-KR" altLang="en-US" dirty="0"/>
          </a:p>
        </p:txBody>
      </p:sp>
      <p:graphicFrame>
        <p:nvGraphicFramePr>
          <p:cNvPr id="9" name="Group 328">
            <a:extLst>
              <a:ext uri="{FF2B5EF4-FFF2-40B4-BE49-F238E27FC236}">
                <a16:creationId xmlns:a16="http://schemas.microsoft.com/office/drawing/2014/main" id="{7037DB02-11A5-3E0D-C090-9BF033E7CE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531884"/>
              </p:ext>
            </p:extLst>
          </p:nvPr>
        </p:nvGraphicFramePr>
        <p:xfrm>
          <a:off x="8731413" y="364006"/>
          <a:ext cx="3460587" cy="4271279"/>
        </p:xfrm>
        <a:graphic>
          <a:graphicData uri="http://schemas.openxmlformats.org/drawingml/2006/table">
            <a:tbl>
              <a:tblPr/>
              <a:tblGrid>
                <a:gridCol w="423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7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128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상세설명</a:t>
                      </a:r>
                      <a:endParaRPr lang="ko-KR" altLang="en-US" sz="12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이미지 보여주는 곳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정답 입력란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정답 확인 후 넘어가는 버튼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45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정답 확인 가능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111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14</a:t>
                      </a: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66" marB="5626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7092711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C3BD9F6C-A99B-F301-2B09-D562762DD2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9804990"/>
              </p:ext>
            </p:extLst>
          </p:nvPr>
        </p:nvGraphicFramePr>
        <p:xfrm>
          <a:off x="8731414" y="4645444"/>
          <a:ext cx="3460586" cy="2221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05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4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주요사항</a:t>
                      </a:r>
                      <a:endParaRPr lang="ko-KR" altLang="en-US" sz="12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4308" marR="44308" marT="56271" marB="5627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70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퀴즈 푸는 페이지임</a:t>
                      </a:r>
                    </a:p>
                  </a:txBody>
                  <a:tcPr marL="44308" marR="44308" marT="56271" marB="5627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9A35FC6-24BD-2053-F009-431E12F82EE4}"/>
              </a:ext>
            </a:extLst>
          </p:cNvPr>
          <p:cNvSpPr txBox="1"/>
          <p:nvPr/>
        </p:nvSpPr>
        <p:spPr>
          <a:xfrm>
            <a:off x="3983409" y="0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퀴즈 푸는 페이지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6DAEBF-1672-9AA9-1652-373B56455A34}"/>
              </a:ext>
            </a:extLst>
          </p:cNvPr>
          <p:cNvSpPr txBox="1"/>
          <p:nvPr/>
        </p:nvSpPr>
        <p:spPr>
          <a:xfrm>
            <a:off x="8924053" y="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이태양</a:t>
            </a:r>
          </a:p>
        </p:txBody>
      </p:sp>
    </p:spTree>
    <p:extLst>
      <p:ext uri="{BB962C8B-B14F-4D97-AF65-F5344CB8AC3E}">
        <p14:creationId xmlns:p14="http://schemas.microsoft.com/office/powerpoint/2010/main" val="3516116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2764</TotalTime>
  <Words>825</Words>
  <Application>Microsoft Macintosh PowerPoint</Application>
  <PresentationFormat>Widescreen</PresentationFormat>
  <Paragraphs>286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맑은 고딕</vt:lpstr>
      <vt:lpstr>나눔고딕</vt:lpstr>
      <vt:lpstr>Arial</vt:lpstr>
      <vt:lpstr>Office 테마</vt:lpstr>
      <vt:lpstr>PowerPoint Presentation</vt:lpstr>
      <vt:lpstr>프로젝트 계획서</vt:lpstr>
      <vt:lpstr>프로그램 개발 목적</vt:lpstr>
      <vt:lpstr>프로그램 주요 기능</vt:lpstr>
      <vt:lpstr>프로그램 개발 환경</vt:lpstr>
      <vt:lpstr>프로젝트 주요 일정</vt:lpstr>
      <vt:lpstr>PowerPoint Presentation</vt:lpstr>
      <vt:lpstr>1. 홈으로 가는 로고 2. 검색 3. 로그인 4. 퀴즈목록 5. 숨겨진 퀴즈 추가 버튼 6. 광고배너 </vt:lpstr>
      <vt:lpstr>1. 회원가입 버튼 2. 로그인 버튼 3. 아이디/비밀번호 찾기 버튼 4. 아이디 입력란 5. 비밀번호 입력란</vt:lpstr>
      <vt:lpstr>1. 이메일 입력란 2. 아이디 입력란 3. 찾기 버튼 </vt:lpstr>
      <vt:lpstr>1. 아이디 결과 2. 비밀번호 결과</vt:lpstr>
      <vt:lpstr>1. 퀴즈 대표 이미지 2. 퀴즈 설명 3. 퀴즈 제목 4. 개수 선택 버튼</vt:lpstr>
      <vt:lpstr>1. 대표 사진 설정 2. 이미지 설정 3. 정답 텍스트 입력란 4. 제목 설정 5. 설명 설정 6. 퀴즈 추가 버튼</vt:lpstr>
      <vt:lpstr>1. 등급 표시 2. 몇 개 맞췄는지 표시</vt:lpstr>
      <vt:lpstr>1. 이미지 2. 입력란 3. 넘어가는 버튼 4. 정답 제출 버튼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User</dc:creator>
  <cp:lastModifiedBy>함시현</cp:lastModifiedBy>
  <cp:revision>35</cp:revision>
  <dcterms:created xsi:type="dcterms:W3CDTF">2020-05-16T06:01:18Z</dcterms:created>
  <dcterms:modified xsi:type="dcterms:W3CDTF">2025-11-18T06:56:26Z</dcterms:modified>
</cp:coreProperties>
</file>